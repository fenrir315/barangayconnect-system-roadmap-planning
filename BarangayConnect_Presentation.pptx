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58968" y="1005840"/>
            <a:ext cx="1280160" cy="1280160"/>
          </a:xfrm>
          <a:prstGeom prst="ellipse">
            <a:avLst/>
          </a:prstGeom>
          <a:solidFill>
            <a:srgbClr val="16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79008" y="1325880"/>
            <a:ext cx="640080" cy="64008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8968" y="100584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65176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BarangayConnect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3675887"/>
            <a:ext cx="2679192" cy="381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977639"/>
            <a:ext cx="9601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D5E0EE"/>
                </a:solidFill>
                <a:latin typeface="Calibri"/>
              </a:rPr>
              <a:t>A Digital Barangay Management System
Transforming Community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9AAFC6"/>
                </a:solidFill>
                <a:latin typeface="Calibri"/>
              </a:rPr>
              <a:t>Barangay Operations · Resident Services · Smart Governance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Why change is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1">
                <a:solidFill>
                  <a:srgbClr val="243244"/>
                </a:solidFill>
                <a:latin typeface="Calibri"/>
              </a:rPr>
              <a:t>Manual, paper-based processes slow down everyday barangay work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Document requests are hard to track and take days to process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Resident records are scattered across notebooks, logs, and files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Complaints and incidents are hard to monitor and resolve on time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Residents have limited visibility into barangay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What BarangayConnect delivers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3852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One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Full-stack web system built end-to-end for barangay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82880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82880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93852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All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0428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Residents, documents, appointments, complaints, incidents, payments and announcements in one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5196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25196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6168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White-Label 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72744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Client-presentable, customizable per-barangay branding.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25196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25196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36168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Secure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72744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Role-based access, row-level security and full audit trails.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Admin Portal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Governance tools for Barangay officials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6420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Dashboard &amp;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Population stats: age group, sex, purok. Recent requests at a glance.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66420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Residents &amp; Households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Full CRUD, search, filter, deactivate. Scan &amp; attach documents and photos.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6324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06324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7296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Document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387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Approve → Certificate Generation → Release with print-ready PDFs.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06324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06324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17296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Complaints &amp; Incidents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387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Status workflows with photo/scan evidence and resolution tracking.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57200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68172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Appointments &amp; 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Confirm, complete, cancel or no-show. Track barangay transactions.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57200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57200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68172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Announcements &amp; Alerts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Publish announcements with attachments and notify residents.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62356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562356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73328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Reports &amp; Exports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6099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Analytics, revenue summary and Excel export (one sheet per module).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62356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562356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73328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Audit &amp; Officials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6099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Full administrative trail and records for elected officials.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Resident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Self-service for every resident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Self-service personal information management.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Request &amp; track barangay certificates online.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Appointments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Book and manage visits conveniently.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Complaints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File complaints with photo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Announcements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Latest barangay news and updates.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79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9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Notifications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Real-time alerts for every activity.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Security &amp;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Data you can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642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2996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Six roles: Captain, Secretary, Treasurer, Kagawad, Staff, Resident.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6642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Row-Level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2996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Database RLS policies protect every table and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10896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186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Audit Logging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8444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Administrative activity trail, server-side only.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10896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10896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186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Secure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8444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Protected buckets for documents and photos with file validation.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4572000"/>
            <a:ext cx="4846320" cy="1737360"/>
          </a:xfrm>
          <a:prstGeom prst="roundRect">
            <a:avLst/>
          </a:prstGeom>
          <a:solidFill>
            <a:srgbClr val="16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2B418"/>
                </a:solidFill>
                <a:latin typeface="Calibri"/>
              </a:rPr>
              <a:t>DEFENSE IN DEPTH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5303520"/>
            <a:ext cx="4114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Public QR verification for issued certificates, secure uploads,
and scoped resident data access.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Modern, proven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992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7568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Next.js 16 · TypeScript · Tailwind CSS v4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0992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UI &amp;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Radix UI · Lucide Icons · Recharts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15468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644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Auth &amp;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63016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Supabase Auth · Row-Level Security · RBAC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15468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15468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644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63016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Supabase PostgreSQL with full RLS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70916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70916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8188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PDF &amp; Documents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8464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React-PDF · jsPDF + autotable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70916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70916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188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Excel Export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8464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SheetJS (xlsx) · Export All workbooks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58968" y="1005840"/>
            <a:ext cx="1280160" cy="1280160"/>
          </a:xfrm>
          <a:prstGeom prst="ellipse">
            <a:avLst/>
          </a:prstGeom>
          <a:solidFill>
            <a:srgbClr val="16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79008" y="1325880"/>
            <a:ext cx="640080" cy="64008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8968" y="100584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65176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BarangayConnect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3675887"/>
            <a:ext cx="2679192" cy="381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977639"/>
            <a:ext cx="9601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D5E0EE"/>
                </a:solidFill>
                <a:latin typeface="Calibri"/>
              </a:rPr>
              <a:t>Building Smarter, More Connected Communities
Thank You for Your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9AAFC6"/>
                </a:solidFill>
                <a:latin typeface="Calibri"/>
              </a:rPr>
              <a:t>BarangayConnect · Digital Governance, Made Simple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