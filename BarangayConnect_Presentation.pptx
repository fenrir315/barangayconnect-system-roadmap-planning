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>
                <a:solidFill>
                  <a:srgbClr val="1E293B"/>
                </a:solidFill>
              </a:rPr>
              <a:t>BarangayConnect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>
                <a:solidFill>
                  <a:srgbClr val="1E293B"/>
                </a:solidFill>
              </a:rPr>
              <a:t>A Digital Barangay Management System</a:t>
            </a:r>
          </a:p>
          <a:p>
            <a:pPr algn="ctr"/>
            <a:r>
              <a:rPr>
                <a:solidFill>
                  <a:srgbClr val="1E293B"/>
                </a:solidFill>
              </a:rPr>
              <a:t>Transforming Community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Manual, paper-based processes</a:t>
            </a:r>
          </a:p>
          <a:p>
            <a:pPr>
              <a:spcAft>
                <a:spcPts val="1200"/>
              </a:spcAft>
              <a:defRPr sz="1800"/>
            </a:pPr>
            <a:r>
              <a:t>Slow document processing and tracking</a:t>
            </a:r>
          </a:p>
          <a:p>
            <a:pPr>
              <a:spcAft>
                <a:spcPts val="1200"/>
              </a:spcAft>
              <a:defRPr sz="1800"/>
            </a:pPr>
            <a:r>
              <a:t>Lack of centralized resident records</a:t>
            </a:r>
          </a:p>
          <a:p>
            <a:pPr>
              <a:spcAft>
                <a:spcPts val="1200"/>
              </a:spcAft>
              <a:defRPr sz="1800"/>
            </a:pPr>
            <a:r>
              <a:t>Difficulty in monitoring complaints &amp; incidents</a:t>
            </a:r>
          </a:p>
          <a:p>
            <a:pPr>
              <a:spcAft>
                <a:spcPts val="1200"/>
              </a:spcAft>
              <a:defRPr sz="1800"/>
            </a:pPr>
            <a:r>
              <a:t>Limited transparency for residents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BarangayConnect: A full-stack web platform</a:t>
            </a:r>
          </a:p>
          <a:p>
            <a:pPr>
              <a:spcAft>
                <a:spcPts val="1200"/>
              </a:spcAft>
              <a:defRPr sz="1800"/>
            </a:pPr>
            <a:r>
              <a:t>Digitizes day-to-day barangay operations</a:t>
            </a:r>
          </a:p>
          <a:p>
            <a:pPr>
              <a:spcAft>
                <a:spcPts val="1200"/>
              </a:spcAft>
              <a:defRPr sz="1800"/>
            </a:pPr>
            <a:r>
              <a:t>Built for white-label, client-presentable use</a:t>
            </a:r>
          </a:p>
          <a:p>
            <a:pPr>
              <a:spcAft>
                <a:spcPts val="1200"/>
              </a:spcAft>
              <a:defRPr sz="1800"/>
            </a:pPr>
            <a:r>
              <a:t>Secure, scalable, and accessible via web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Portal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Real-time Dashboard &amp; Analytics</a:t>
            </a:r>
          </a:p>
          <a:p>
            <a:pPr>
              <a:spcAft>
                <a:spcPts val="1200"/>
              </a:spcAft>
              <a:defRPr sz="1800"/>
            </a:pPr>
            <a:r>
              <a:t>Resident &amp; Household Management</a:t>
            </a:r>
          </a:p>
          <a:p>
            <a:pPr>
              <a:spcAft>
                <a:spcPts val="1200"/>
              </a:spcAft>
              <a:defRPr sz="1800"/>
            </a:pPr>
            <a:r>
              <a:t>Document Request Workflow (Approve → Generate → Release)</a:t>
            </a:r>
          </a:p>
          <a:p>
            <a:pPr>
              <a:spcAft>
                <a:spcPts val="1200"/>
              </a:spcAft>
              <a:defRPr sz="1800"/>
            </a:pPr>
            <a:r>
              <a:t>Complaints &amp; Incidents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Appointments &amp; Payments Monitoring</a:t>
            </a:r>
          </a:p>
          <a:p>
            <a:pPr>
              <a:spcAft>
                <a:spcPts val="1200"/>
              </a:spcAft>
              <a:defRPr sz="1800"/>
            </a:pPr>
            <a:r>
              <a:t>Announcements &amp; Notifications</a:t>
            </a:r>
          </a:p>
          <a:p>
            <a:pPr>
              <a:spcAft>
                <a:spcPts val="1200"/>
              </a:spcAft>
              <a:defRPr sz="1800"/>
            </a:pPr>
            <a:r>
              <a:t>Audit Logs &amp; Official Records</a:t>
            </a:r>
          </a:p>
          <a:p>
            <a:pPr>
              <a:spcAft>
                <a:spcPts val="1200"/>
              </a:spcAft>
              <a:defRPr sz="1800"/>
            </a:pPr>
            <a:r>
              <a:t>Excel &amp; PDF Export for all modules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Resident Portal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Self-service Profile Management</a:t>
            </a:r>
          </a:p>
          <a:p>
            <a:pPr>
              <a:spcAft>
                <a:spcPts val="1200"/>
              </a:spcAft>
              <a:defRPr sz="1800"/>
            </a:pPr>
            <a:r>
              <a:t>Online Document Requests</a:t>
            </a:r>
          </a:p>
          <a:p>
            <a:pPr>
              <a:spcAft>
                <a:spcPts val="1200"/>
              </a:spcAft>
              <a:defRPr sz="1800"/>
            </a:pPr>
            <a:r>
              <a:t>Appointment Booking</a:t>
            </a:r>
          </a:p>
          <a:p>
            <a:pPr>
              <a:spcAft>
                <a:spcPts val="1200"/>
              </a:spcAft>
              <a:defRPr sz="1800"/>
            </a:pPr>
            <a:r>
              <a:t>Filing Complaints with Photo Evidence</a:t>
            </a:r>
          </a:p>
          <a:p>
            <a:pPr>
              <a:spcAft>
                <a:spcPts val="1200"/>
              </a:spcAft>
              <a:defRPr sz="1800"/>
            </a:pPr>
            <a:r>
              <a:t>Real-time Notifications</a:t>
            </a:r>
          </a:p>
          <a:p>
            <a:pPr>
              <a:spcAft>
                <a:spcPts val="1200"/>
              </a:spcAft>
              <a:defRPr sz="1800"/>
            </a:pPr>
            <a:r>
              <a:t>Access to Barangay Announcements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Role-Based Access Control (RBAC)</a:t>
            </a:r>
          </a:p>
          <a:p>
            <a:pPr>
              <a:spcAft>
                <a:spcPts val="1200"/>
              </a:spcAft>
              <a:defRPr sz="1800"/>
            </a:pPr>
            <a:r>
              <a:t>Roles: Captain, Secretary, Treasurer, Kagawad, Staff, Resident</a:t>
            </a:r>
          </a:p>
          <a:p>
            <a:pPr>
              <a:spcAft>
                <a:spcPts val="1200"/>
              </a:spcAft>
              <a:defRPr sz="1800"/>
            </a:pPr>
            <a:r>
              <a:t>Row Level Security (RLS) on all database tables</a:t>
            </a:r>
          </a:p>
          <a:p>
            <a:pPr>
              <a:spcAft>
                <a:spcPts val="1200"/>
              </a:spcAft>
              <a:defRPr sz="1800"/>
            </a:pPr>
            <a:r>
              <a:t>Audit Logging for admin activities</a:t>
            </a:r>
          </a:p>
          <a:p>
            <a:pPr>
              <a:spcAft>
                <a:spcPts val="1200"/>
              </a:spcAft>
              <a:defRPr sz="1800"/>
            </a:pPr>
            <a:r>
              <a:t>Secure Storage for Documents &amp; Photos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Framework: Next.js 16 (App Router, Turbopack)</a:t>
            </a:r>
          </a:p>
          <a:p>
            <a:pPr>
              <a:spcAft>
                <a:spcPts val="1200"/>
              </a:spcAft>
              <a:defRPr sz="1800"/>
            </a:pPr>
            <a:r>
              <a:t>Language: TypeScript</a:t>
            </a:r>
          </a:p>
          <a:p>
            <a:pPr>
              <a:spcAft>
                <a:spcPts val="1200"/>
              </a:spcAft>
              <a:defRPr sz="1800"/>
            </a:pPr>
            <a:r>
              <a:t>Styling: Tailwind CSS v4</a:t>
            </a:r>
          </a:p>
          <a:p>
            <a:pPr>
              <a:spcAft>
                <a:spcPts val="1200"/>
              </a:spcAft>
              <a:defRPr sz="1800"/>
            </a:pPr>
            <a:r>
              <a:t>Database &amp; Auth: Supabase (PostgreSQL)</a:t>
            </a:r>
          </a:p>
          <a:p>
            <a:pPr>
              <a:spcAft>
                <a:spcPts val="1200"/>
              </a:spcAft>
              <a:defRPr sz="1800"/>
            </a:pPr>
            <a:r>
              <a:t>UI Components: Radix UI &amp; Lucide React</a:t>
            </a:r>
          </a:p>
          <a:p>
            <a:pPr>
              <a:spcAft>
                <a:spcPts val="1200"/>
              </a:spcAft>
              <a:defRPr sz="1800"/>
            </a:pPr>
            <a:r>
              <a:t>Charts: Recharts</a:t>
            </a:r>
          </a:p>
          <a:p>
            <a:pPr>
              <a:spcAft>
                <a:spcPts val="1200"/>
              </a:spcAft>
              <a:defRPr sz="1800"/>
            </a:pPr>
            <a:r>
              <a:t>PDF Generation: React-PDF &amp; jsPDF</a:t>
            </a:r>
          </a:p>
          <a:p>
            <a:pPr>
              <a:spcAft>
                <a:spcPts val="1200"/>
              </a:spcAft>
              <a:defRPr sz="1800"/>
            </a:pPr>
            <a:r>
              <a:t>Excel Export: SheetJS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Frontend: Modern, responsive web interface</a:t>
            </a:r>
          </a:p>
          <a:p>
            <a:pPr>
              <a:spcAft>
                <a:spcPts val="1200"/>
              </a:spcAft>
              <a:defRPr sz="1800"/>
            </a:pPr>
            <a:r>
              <a:t>Backend: Next.js API Routes &amp; Server Actions</a:t>
            </a:r>
          </a:p>
          <a:p>
            <a:pPr>
              <a:spcAft>
                <a:spcPts val="1200"/>
              </a:spcAft>
              <a:defRPr sz="1800"/>
            </a:pPr>
            <a:r>
              <a:t>Database: Supabase PostgreSQL with RLS</a:t>
            </a:r>
          </a:p>
          <a:p>
            <a:pPr>
              <a:spcAft>
                <a:spcPts val="1200"/>
              </a:spcAft>
              <a:defRPr sz="1800"/>
            </a:pPr>
            <a:r>
              <a:t>Auth: Supabase Auth (Email/Password)</a:t>
            </a:r>
          </a:p>
          <a:p>
            <a:pPr>
              <a:spcAft>
                <a:spcPts val="1200"/>
              </a:spcAft>
              <a:defRPr sz="1800"/>
            </a:pPr>
            <a:r>
              <a:t>Storage: Supabase Storage for attachments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>
                <a:solidFill>
                  <a:srgbClr val="1E293B"/>
                </a:solidFill>
              </a:rPr>
              <a:t>BarangayConnect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>
                <a:solidFill>
                  <a:srgbClr val="1E293B"/>
                </a:solidFill>
              </a:rPr>
              <a:t>Thank You</a:t>
            </a:r>
          </a:p>
          <a:p>
            <a:pPr algn="ctr"/>
            <a:r>
              <a:rPr>
                <a:solidFill>
                  <a:srgbClr val="1E293B"/>
                </a:solidFill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